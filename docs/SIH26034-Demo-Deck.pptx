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the demo deck. Lead with: the idea slide said we would measure letter heights in millimetres. This is the working system that does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rule engine reads JSON. An officer edits a file, not the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the limitation before a judge finds it. Saying which number is which is what makes both numbers believable.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slow down on. The label is legible, complete and correctly worded. It is still illegal.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bug is the important one: it is exactly the false accusation the whole design claims to prevent, and it was found by our own robustness harness, not by a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Ministry judges respond to this. Say it plainly: we would rather miss a case than create a false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not Google Vision: cost across lakhs of shops, no connectivity in the markets inspectors work in, and an officer has to defend a finding in a way a model output cannot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line: we would rather tell you what is not finished than be caught not knowing. The next number we produce is the caliper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3200400" cy="347472"/>
          </a:xfrm>
          <a:prstGeom prst="roundRect">
            <a:avLst>
              <a:gd name="adj" fmla="val 50000"/>
            </a:avLst>
          </a:prstGeom>
          <a:solidFill>
            <a:srgbClr val="F26430"/>
          </a:solidFill>
          <a:ln w="12700">
            <a:solidFill>
              <a:srgbClr val="F2643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SIH26034  ·  WORKING PROTOTYPE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1234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Naap-Tol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said we would measure it. Here is the code that does.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2E3C7E"/>
          </a:solidFill>
          <a:ln w="12700">
            <a:solidFill>
              <a:srgbClr val="2E3C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1089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6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75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1568" y="297180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2E3C7E"/>
          </a:solidFill>
          <a:ln w="12700">
            <a:solidFill>
              <a:srgbClr val="2E3C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448" y="31089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6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3675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encoded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3056" y="297180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2E3C7E"/>
          </a:solidFill>
          <a:ln w="12700">
            <a:solidFill>
              <a:srgbClr val="2E3C7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45936" y="31089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0.002 mm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345936" y="3675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error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24544" y="297180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2E3C7E"/>
          </a:solidFill>
          <a:ln w="12700">
            <a:solidFill>
              <a:srgbClr val="2E3C7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07424" y="31089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6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0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9107424" y="3675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cost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5262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OpenCV  ·  Tesseract  ·  Streamlit  ·  SQLite  —  all open source, runs offline on a laptop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9834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Consumer Affairs, Food &amp; Public Distribution  ·  Smart India Hackathon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built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pipeline, not a mock-up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F6F8FD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325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scale.py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325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printed marker, rectifies the photograph, derives mm per pixel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9019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geometry.py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19019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7 panel area and the Table-I letter-height bands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78024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F6F8FD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47802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ocr.py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47802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engines: Tesseract, EasyOCR, PaddleOCR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05409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quality.py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05409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whether a photograph can support a conclusion at all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630168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F6F8FD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6301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extract.py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6301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Pattern-matches the nine declarations out of OCR output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4206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rules.py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206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engine. Rules are JSON data, not code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782312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F6F8FD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47823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4782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PDF an officer attaches to a case file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358384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535838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store.py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535838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 and the Section 36 repeat-offender ledger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35240" y="1325880"/>
            <a:ext cx="4005072" cy="2148840"/>
          </a:xfrm>
          <a:prstGeom prst="roundRect">
            <a:avLst>
              <a:gd name="adj" fmla="val 3404"/>
            </a:avLst>
          </a:prstGeom>
          <a:solidFill>
            <a:srgbClr val="EEF2FB"/>
          </a:solidFill>
          <a:ln w="12700">
            <a:solidFill>
              <a:srgbClr val="DAE3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63840" y="1481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17830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package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20025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capture, measure, adjudicate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23134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dashboard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863840" y="25328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breaches, repeat offenders, states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863840" y="28437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pack viewer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30632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encoded rule, readable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635240" y="3611880"/>
            <a:ext cx="4005072" cy="2487168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63840" y="3767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F26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REPOSITORY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7863840" y="4069080"/>
            <a:ext cx="3566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label generator with exactly known millimetre heights</a:t>
            </a:r>
            <a:endParaRPr lang="en-US" sz="100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benchmark and a degraded-capture robustness harness</a:t>
            </a:r>
            <a:endParaRPr lang="en-US" sz="100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tests covering geometry, rules and the offence ladder</a:t>
            </a:r>
            <a:endParaRPr lang="en-US" sz="100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50 mm ArUco reference card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measurement chain, verified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photograph to a millimetre, with a stated error bound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943600" cy="3520440"/>
          </a:xfrm>
          <a:prstGeom prst="roundRect">
            <a:avLst>
              <a:gd name="adj" fmla="val 2078"/>
            </a:avLst>
          </a:prstGeom>
          <a:solidFill>
            <a:srgbClr val="EEF2FB"/>
          </a:solidFill>
          <a:ln w="12700">
            <a:solidFill>
              <a:srgbClr val="DA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72768"/>
            <a:ext cx="5486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57276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ArUco card is exactly 50 mm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57276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in the frame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77240" y="2212848"/>
            <a:ext cx="5486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2128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rectified on its four corners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21284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camera tilt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2852928"/>
            <a:ext cx="5486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85292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px = 0.0833 mm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285292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exact, by construction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3493008"/>
            <a:ext cx="5486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49300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Glyph box measured at half-maximum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34930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px tall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4133088"/>
            <a:ext cx="5486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2C8A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13308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height = 3.08 mm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41330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2.5 mm required  -&gt;  PASS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1325880"/>
            <a:ext cx="482803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0" y="13258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0.056 %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13258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recovery error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12280" y="2221992"/>
            <a:ext cx="482803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0" y="222199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0.002 mm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0" y="222199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Letter-height mean absolute error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12280" y="3118104"/>
            <a:ext cx="482803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40880" y="311810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8778240" y="3118104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verdicts correct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12280" y="4014216"/>
            <a:ext cx="482803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40880" y="4014216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0" y="4014216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accusations on degraded photos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DF0EA"/>
          </a:solidFill>
          <a:ln w="12700">
            <a:solidFill>
              <a:srgbClr val="F2643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21208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F26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BEFORE QUOTING THOSE NUMBERS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54589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measure the measurement chain on clean synthetic renders, where the true height of every letter is known exactly. They do not measure real-world capture. The next step is 20 real packets measured with a vernier caliper — that is the number a judge is actually asking for.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catches what text extraction cannot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declaration is printed correctly. The text is simply too small — and that is the offence.</a:t>
            </a:r>
            <a:endParaRPr lang="en-US" sz="1150" dirty="0"/>
          </a:p>
        </p:txBody>
      </p:sp>
      <p:pic>
        <p:nvPicPr>
          <p:cNvPr id="4" name="Image 0" descr="/tmp/c_fail_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1672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8978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89788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7(2), Table-I  —  measured 1.92 +/- 0.06 mm against 2.5 mm required for a 108 cm2 panel. An OCR-only system reads this label perfectly and reports no problem.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bugs our own tests caught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down because how a team finds its own mistakes says more than a clean demo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27048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623060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47218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defocused photo of a COMPLIANT label reported NON-COMPLIANT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783080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thresholding is not blur-invariant. Soft edges get eroded, the measured box shrinks, and an honest label fails.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1488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glyph edge at the half-maximum between ink and background. Symmetric blur spreads an edge evenly about its true position, so the reading holds.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898648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099816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3195828"/>
            <a:ext cx="173736" cy="1737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25880" y="304495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 degree camera tilt inflated heights by about 7 %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325880" y="3355848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than the margin most Rule 7 decisions turn on, so a compliant pack could read as a violation or the reverse.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325880" y="372160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Rectify the whole frame on the marker's homography before measuring. Worst-case error fell from 0.22 mm to 0.05 mm.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4471416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7240" y="4672584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4768596"/>
            <a:ext cx="173736" cy="17373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25880" y="461772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crashed on its second page view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325880" y="4928616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runs each rerun on a new thread; the cached SQLite connection tripped the same-thread guard.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325880" y="529437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connection with check_same_thread=False and WAL journaling. Covered by a regression test that reads from another thread.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never guesses a violation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verdicts, not two. Poor input produces an inspection lead, never a case.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7218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2C8A5A"/>
          </a:solidFill>
          <a:ln w="12700">
            <a:solidFill>
              <a:srgbClr val="2C8A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472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450592" y="132588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Complies, with the measurement and its tolerance shown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84248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13055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130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450592" y="198424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the rule. Only ever issued on measurement-grade evidence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42616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7889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D99A20"/>
          </a:solidFill>
          <a:ln w="12700">
            <a:solidFill>
              <a:srgbClr val="D99A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450592" y="2642616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reading straddles the threshold. 2.45 +/- 0.07 mm against 2.5 mm is not a violation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44728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5A6480"/>
          </a:solidFill>
          <a:ln w="12700">
            <a:solidFill>
              <a:srgbClr val="5A648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447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INDETERMINATE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450592" y="33009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cannot support a conclusion. Re-shoot, or check physically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959352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105656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9AA3B8"/>
          </a:solidFill>
          <a:ln w="12700">
            <a:solidFill>
              <a:srgbClr val="9AA3B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41056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2450592" y="39593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 under Rule 26, wrong package type, or another regime prevails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35240" y="1325880"/>
            <a:ext cx="4005072" cy="3200400"/>
          </a:xfrm>
          <a:prstGeom prst="roundRect">
            <a:avLst>
              <a:gd name="adj" fmla="val 2286"/>
            </a:avLst>
          </a:prstGeom>
          <a:solidFill>
            <a:srgbClr val="EEF2FB"/>
          </a:solidFill>
          <a:ln w="12700">
            <a:solidFill>
              <a:srgbClr val="DAE3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0" y="1481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BLOCKS A FAIL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reference marker in the frame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area not supplied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indicative, not measurement grade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within its own uncertainty of the threshold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too soft, too dark or unreadable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35240" y="4681728"/>
            <a:ext cx="400507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4864608"/>
            <a:ext cx="384048" cy="384048"/>
          </a:xfrm>
          <a:prstGeom prst="ellipse">
            <a:avLst/>
          </a:prstGeom>
          <a:solidFill>
            <a:srgbClr val="F26430"/>
          </a:solidFill>
          <a:ln w="12700">
            <a:solidFill>
              <a:srgbClr val="F26430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4" y="4965192"/>
            <a:ext cx="182880" cy="18288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8366760" y="4828032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accusation against an honest shopkeeper is a worse outcome than a missed case. The system is built to prefer the miss.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packet to an enforcement picture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saved scan feeds the targeting view a Controller would actually use</a:t>
            </a:r>
            <a:endParaRPr lang="en-US" sz="1150" dirty="0"/>
          </a:p>
        </p:txBody>
      </p:sp>
      <p:pic>
        <p:nvPicPr>
          <p:cNvPr id="4" name="Image 0" descr="/tmp/c_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086600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909560" y="1325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breached rules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16002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where to concentrate a drive. Missing tax wording leads by a distance.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532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offenders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280720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36 escalates: Rs 25,000, then Rs 50,000, then Rs 1,00,000 with imprisonment. The ladder is unusable without a queryable history, so we keep one.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3739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targeting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4014216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category, state and district, so scarce inspectors go where violations cluster.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4946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PDF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522122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Rule-pack version, image SHA-256, scale method and measurement uncertainty on every report.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394960"/>
            <a:ext cx="7086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scans in this view were produced by the real pipeline, not typed into a table.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licence cost, and that is a design decision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system that pays per scan pays forever, in every district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USE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5989320" cy="502920"/>
          </a:xfrm>
          <a:prstGeom prst="roundRect">
            <a:avLst>
              <a:gd name="adj" fmla="val 14545"/>
            </a:avLst>
          </a:prstGeom>
          <a:solidFill>
            <a:srgbClr val="F6F8FD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276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OpenCV, NumPy, Pillow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6276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PSF, Apache 2.0, BSD, MIT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162763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5989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194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/ EasyOCR / PaddleOCR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21945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761488"/>
            <a:ext cx="5989320" cy="502920"/>
          </a:xfrm>
          <a:prstGeom prst="roundRect">
            <a:avLst>
              <a:gd name="adj" fmla="val 14545"/>
            </a:avLst>
          </a:prstGeom>
          <a:solidFill>
            <a:srgbClr val="F6F8FD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7614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pandas, Plotly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27614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2.0, BSD, MIT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715000" y="276148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328416"/>
            <a:ext cx="59893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33284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33284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domain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32841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895344"/>
            <a:ext cx="5989320" cy="502920"/>
          </a:xfrm>
          <a:prstGeom prst="roundRect">
            <a:avLst>
              <a:gd name="adj" fmla="val 14545"/>
            </a:avLst>
          </a:prstGeom>
          <a:solidFill>
            <a:srgbClr val="FFF8E8"/>
          </a:solidFill>
          <a:ln w="12700">
            <a:solidFill>
              <a:srgbClr val="D99A2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38953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fpdf2  (the only copyleft component)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38953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LGPL-3.0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715000" y="389534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52628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fpdf2 is LGPL. Fine as a library, imposes nothing on our code, and ReportLab (BSD) is a one-file swap if a permissive-only stack is ever required.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132588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DELIBERATELY DO NOT USE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49440" y="1627632"/>
            <a:ext cx="469087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50608" y="168249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vision APIs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150608" y="19293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$1.50 per 1000 images, forever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49440" y="2340864"/>
            <a:ext cx="469087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50608" y="23957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API for reading labels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150608" y="26426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 billing, and less explainable to an officer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49440" y="3054096"/>
            <a:ext cx="469087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50608" y="31089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GPU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150608" y="33558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is CPU-only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49440" y="3767328"/>
            <a:ext cx="469087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50608" y="38221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platform, cloud hosting, app store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150608" y="40690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for a laptop demo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949440" y="4572000"/>
            <a:ext cx="4690872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178040" y="47365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F26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178040" y="501091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Rs 5 to print the reference card, plus a Rs 300 vernier caliper to prove our accuracy claims. Nothing else.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works, and what does not yet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plainly, because judges probe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2E3C7E"/>
          </a:solidFill>
          <a:ln w="12700">
            <a:solidFill>
              <a:srgbClr val="2E3C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72768"/>
            <a:ext cx="365760" cy="365760"/>
          </a:xfrm>
          <a:prstGeom prst="ellipse">
            <a:avLst/>
          </a:prstGeom>
          <a:solidFill>
            <a:srgbClr val="2C8A5A"/>
          </a:solidFill>
          <a:ln w="12700">
            <a:solidFill>
              <a:srgbClr val="2C8A5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668780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6002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2C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0312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rectification and millimetre measurement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rules with citations, exemptions and precedence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Rule-version selection by date of packing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Capture-quality gate that blocks false failures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PDF and enforcement dashboard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tests, all passing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371600"/>
            <a:ext cx="5376672" cy="4114800"/>
          </a:xfrm>
          <a:prstGeom prst="roundRect">
            <a:avLst>
              <a:gd name="adj" fmla="val 1778"/>
            </a:avLst>
          </a:prstGeom>
          <a:solidFill>
            <a:srgbClr val="2E3C7E"/>
          </a:solidFill>
          <a:ln w="12700">
            <a:solidFill>
              <a:srgbClr val="2E3C7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1572768"/>
            <a:ext cx="365760" cy="365760"/>
          </a:xfrm>
          <a:prstGeom prst="ellipse">
            <a:avLst/>
          </a:prstGeom>
          <a:solidFill>
            <a:srgbClr val="F26430"/>
          </a:solidFill>
          <a:ln w="12700">
            <a:solidFill>
              <a:srgbClr val="F2643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52" y="1668780"/>
            <a:ext cx="173736" cy="1737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13448" y="16002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F26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DONE YET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1031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photographs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23408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synthetic labels only. Twenty real packets, measured with a caliper, is the next task and the number judges will ask for.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29260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calibration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316382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capture-quality thresholds were tuned on synthetic renders and must be re-derived on real photos.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6492240" y="374904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Curved packs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6492240" y="398678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Cylindrical unwrapping is designed but not implemented.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6492240" y="45720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in the field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492240" y="480974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Devanagari works in EasyOCR; not yet tested on real Indian packaging.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56692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only. Decision support for a Legal Metrology officer, not an adjudication.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SIH26034  ·  github.com/pranay9th/SIHP2026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Naap-Tol - Working Prototype</dc:title>
  <dc:subject>PptxGenJS Presentation</dc:subject>
  <dc:creator>PptxGenJS</dc:creator>
  <cp:lastModifiedBy>PptxGenJS</cp:lastModifiedBy>
  <cp:revision>1</cp:revision>
  <dcterms:created xsi:type="dcterms:W3CDTF">2026-09-04T10:38:47Z</dcterms:created>
  <dcterms:modified xsi:type="dcterms:W3CDTF">2026-09-04T10:38:47Z</dcterms:modified>
</cp:coreProperties>
</file>